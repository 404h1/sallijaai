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65760"/>
            <a:ext cx="2011680" cy="347472"/>
          </a:xfrm>
          <a:prstGeom prst="roundRect">
            <a:avLst>
              <a:gd name="adj" fmla="val 39474"/>
            </a:avLst>
          </a:prstGeom>
          <a:solidFill>
            <a:srgbClr val="FEE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살리자 AI × Kakao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카카오의 힘으로 살리자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E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일상에서 깨우고, 앱에서 완벽하게 해결합니다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사장님이 이미 매일 확인하는 카카오톡으로 AI 비서가 찾아갑니다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4160520"/>
            <a:ext cx="2743200" cy="402336"/>
          </a:xfrm>
          <a:prstGeom prst="roundRect">
            <a:avLst>
              <a:gd name="adj" fmla="val 40909"/>
            </a:avLst>
          </a:prstGeom>
          <a:solidFill>
            <a:srgbClr val="252D3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E500"/>
                </a:solidFill>
              </a:rPr>
              <a:t>DEMO 01  입력 허들 파괴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4160520"/>
            <a:ext cx="2743200" cy="402336"/>
          </a:xfrm>
          <a:prstGeom prst="roundRect">
            <a:avLst>
              <a:gd name="adj" fmla="val 40909"/>
            </a:avLst>
          </a:prstGeom>
          <a:solidFill>
            <a:srgbClr val="252D3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E500"/>
                </a:solidFill>
              </a:rPr>
              <a:t>DEMO 02  동행형 트리거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4160520"/>
            <a:ext cx="2743200" cy="402336"/>
          </a:xfrm>
          <a:prstGeom prst="roundRect">
            <a:avLst>
              <a:gd name="adj" fmla="val 40909"/>
            </a:avLst>
          </a:prstGeom>
          <a:solidFill>
            <a:srgbClr val="252D3A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EE500"/>
                </a:solidFill>
              </a:rPr>
              <a:t>03  월간 보고서 연동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고령 자영업자부터 청년 사장님까지 — 새로운 SaaS 사용법 강요 없음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47472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FEE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47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DEMO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카톡 수다가 곧 앱의 데이터로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허들 파괴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한 장 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분석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0100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캘린더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기록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11338560" cy="777240"/>
          </a:xfrm>
          <a:prstGeom prst="roundRect">
            <a:avLst>
              <a:gd name="adj" fmla="val 21176"/>
            </a:avLst>
          </a:prstGeom>
          <a:solidFill>
            <a:srgbClr val="FEE50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94760"/>
            <a:ext cx="113385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매번 앱 켜서 입력? NO.  카톡방에 영수증 사진 하나 보내면 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475488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실제 데모: 5월 28일 일일 정산표 → 1분 안에 메뉴별 매출 자동 분류 완료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525780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1F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500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257800"/>
            <a:ext cx="35661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카카오 채널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메시지 수신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525780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500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5257800"/>
            <a:ext cx="35661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OCR 이미지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텍스트 추출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525780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5321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E500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01000" y="5257800"/>
            <a:ext cx="3566160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메뉴별 매출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자동 분류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47472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FEE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47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DEMO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먼저 찾아오는 아침 브리핑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동행형 트리거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 아침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알림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액션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0100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하나로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실행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11338560" cy="777240"/>
          </a:xfrm>
          <a:prstGeom prst="roundRect">
            <a:avLst>
              <a:gd name="adj" fmla="val 21176"/>
            </a:avLst>
          </a:prstGeom>
          <a:solidFill>
            <a:srgbClr val="FEE50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794760"/>
            <a:ext cx="113385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앱을 켤 때까지 기다리지 않습니다.  폐업 위험·정책 마감·트렌드를 카톡으로 먼저 쏩니다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4754880"/>
            <a:ext cx="3566160" cy="1691640"/>
          </a:xfrm>
          <a:prstGeom prst="roundRect">
            <a:avLst>
              <a:gd name="adj" fmla="val 7568"/>
            </a:avLst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754880"/>
            <a:ext cx="356616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 오는 토요일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수요 +41% 예측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4754880"/>
            <a:ext cx="3566160" cy="1691640"/>
          </a:xfrm>
          <a:prstGeom prst="roundRect">
            <a:avLst>
              <a:gd name="adj" fmla="val 7568"/>
            </a:avLst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4754880"/>
            <a:ext cx="356616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마라치킨 검색 +210%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한정 메뉴 기획안 즉시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01000" y="4754880"/>
            <a:ext cx="3566160" cy="1691640"/>
          </a:xfrm>
          <a:prstGeom prst="roundRect">
            <a:avLst>
              <a:gd name="adj" fmla="val 7568"/>
            </a:avLst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4754880"/>
            <a:ext cx="3566160" cy="1691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배달비 지원 공고 D-7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초안 자동 준비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347472"/>
            <a:ext cx="1280160" cy="347472"/>
          </a:xfrm>
          <a:prstGeom prst="roundRect">
            <a:avLst>
              <a:gd name="adj" fmla="val 39474"/>
            </a:avLst>
          </a:prstGeom>
          <a:solidFill>
            <a:srgbClr val="FEE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47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1회 경영 보고서, 카톡으로 전달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심리스 연동 · 1초 만에 관제센터 진입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-45720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-45720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1일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알림톡 발송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매출·원가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요약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2286000"/>
            <a:ext cx="457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EE50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92640" y="2286000"/>
            <a:ext cx="2926080" cy="1280160"/>
          </a:xfrm>
          <a:prstGeom prst="roundRect">
            <a:avLst>
              <a:gd name="adj" fmla="val 12857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대시보드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11338560" cy="777240"/>
          </a:xfrm>
          <a:prstGeom prst="roundRect">
            <a:avLst>
              <a:gd name="adj" fmla="val 21176"/>
            </a:avLst>
          </a:prstGeom>
          <a:solidFill>
            <a:srgbClr val="FEE5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794760"/>
            <a:ext cx="113385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알림 확인 → 버튼 하나 → 살리자 앱 핵심 대시보드 즉시 연결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4560" y="484632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4846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매출 추이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48272" y="484632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4846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원가율 경보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94560" y="5751576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57515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정책자금 추천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48272" y="5751576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57515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다음달 액션 플랜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47472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3가지 카카오 연동 핵심 기능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1338560" cy="438912"/>
          </a:xfrm>
          <a:prstGeom prst="roundRect">
            <a:avLst>
              <a:gd name="adj" fmla="val 16667"/>
            </a:avLst>
          </a:prstGeom>
          <a:solidFill>
            <a:srgbClr val="FEE500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기능명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12618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핵심 플로우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126187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사용자 가치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1338560" cy="868680"/>
          </a:xfrm>
          <a:prstGeom prst="roundRect">
            <a:avLst>
              <a:gd name="adj" fmla="val 12632"/>
            </a:avLst>
          </a:prstGeom>
          <a:solidFill>
            <a:srgbClr val="1F293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EE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299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DEMO 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입력 허들 파괴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EE500"/>
                </a:solidFill>
              </a:rPr>
              <a:t>사진 → OCR → 자동 장부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1828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카톡 수다 = 앱 데이터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11338560" cy="868680"/>
          </a:xfrm>
          <a:prstGeom prst="roundRect">
            <a:avLst>
              <a:gd name="adj" fmla="val 12632"/>
            </a:avLst>
          </a:prstGeom>
          <a:solidFill>
            <a:srgbClr val="252D3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035808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EE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DEMO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834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동행형 트리거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2834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EE500"/>
                </a:solidFill>
              </a:rPr>
              <a:t>아침 브리핑 → 즉시 실행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834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AI가 먼저 찾아옴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11338560" cy="868680"/>
          </a:xfrm>
          <a:prstGeom prst="roundRect">
            <a:avLst>
              <a:gd name="adj" fmla="val 12632"/>
            </a:avLst>
          </a:prstGeom>
          <a:solidFill>
            <a:srgbClr val="1F293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41648"/>
            <a:ext cx="1097280" cy="457200"/>
          </a:xfrm>
          <a:prstGeom prst="roundRect">
            <a:avLst>
              <a:gd name="adj" fmla="val 24000"/>
            </a:avLst>
          </a:prstGeom>
          <a:solidFill>
            <a:srgbClr val="FEE5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840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심리스 연동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3840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EE500"/>
                </a:solidFill>
              </a:rPr>
              <a:t>월간 보고서 → 앱 직행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38404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이탈 없는 UX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EE500"/>
                </a:solidFill>
              </a:rPr>
              <a:t>살리자 AI × 카카오 = 사장님 일상 속 경영 파트너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2026-05-31T10:48:06Z</dcterms:created>
  <dcterms:modified xsi:type="dcterms:W3CDTF">2026-05-31T10:48:06Z</dcterms:modified>
</cp:coreProperties>
</file>